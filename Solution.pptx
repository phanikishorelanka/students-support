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8"/>
    <p:restoredTop sz="94666"/>
  </p:normalViewPr>
  <p:slideViewPr>
    <p:cSldViewPr snapToGrid="0" snapToObjects="1">
      <p:cViewPr varScale="1">
        <p:scale>
          <a:sx n="181" d="100"/>
          <a:sy n="181" d="100"/>
        </p:scale>
        <p:origin x="208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A1695-93D3-8144-99EE-80C596C280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371B30-D1C2-DF49-B1D5-157C253EEE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1B5CF3-71CB-5C41-BFC7-BE61951B0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680EA-6941-7948-8350-2A1A3FE18DBE}" type="datetimeFigureOut">
              <a:rPr lang="en-US" smtClean="0"/>
              <a:t>5/31/19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A5DD48-AB19-2D47-8734-8192FDCAD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98A082-0AED-B643-AFA9-1FBA62FD1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53708-A24E-A44A-BBAF-D86DF35BA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800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CF750-0E78-B245-A2E7-C88562B68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B424F-BB02-1F4F-AB32-14EE6D92E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CDB53-F805-BC4E-AF0F-605F4F3AC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680EA-6941-7948-8350-2A1A3FE18DBE}" type="datetimeFigureOut">
              <a:rPr lang="en-US" smtClean="0"/>
              <a:t>5/31/19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C5EC62-FA53-6940-A69C-8C7706CE4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CDECA-E058-2642-A7C6-914C79686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53708-A24E-A44A-BBAF-D86DF35BA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848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5B70C-7D43-034B-B1CA-C459B0D5A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F17E00-601F-FB45-9E1F-E45B15AE1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2D96E-38B8-4344-8E03-114DB46BB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680EA-6941-7948-8350-2A1A3FE18DBE}" type="datetimeFigureOut">
              <a:rPr lang="en-US" smtClean="0"/>
              <a:t>5/31/19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43605A-C2DF-C04A-81D5-55106E8B1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79B5B9-852F-6547-BEBB-2FDE135F7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53708-A24E-A44A-BBAF-D86DF35BA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421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9A447-9D3C-0547-A265-B293275C3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17A8A-CDF6-8447-9F60-2A14E8ADD6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EFC516-980E-1F4B-90FE-E7BF028018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353364-890D-374D-AE87-21D708239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680EA-6941-7948-8350-2A1A3FE18DBE}" type="datetimeFigureOut">
              <a:rPr lang="en-US" smtClean="0"/>
              <a:t>5/31/19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B165B6-1F83-3F4B-A933-5786B3C65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16F0A6-6765-6F48-BCC1-20698C3F5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53708-A24E-A44A-BBAF-D86DF35BA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185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0AC44-2786-6F48-82DC-694BEDE12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BA8DDA-CAE5-E548-B7A3-2D4B5F3747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C337C8-ACC5-A844-B195-96F1D7C3FA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9D8D7F-D799-0C43-A193-E4C28A0FF7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9D8A4D-C70E-B043-846B-0E39E9B805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23F66A-14EF-B24F-B77D-752E6BCFD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680EA-6941-7948-8350-2A1A3FE18DBE}" type="datetimeFigureOut">
              <a:rPr lang="en-US" smtClean="0"/>
              <a:t>5/31/19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784C38-8365-C444-963F-A57FCC8DD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F8BDDB-164C-8A47-9685-AD63576E3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53708-A24E-A44A-BBAF-D86DF35BA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126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EB8BF-16A8-354C-8104-22659C0CE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F7BF87-F72F-A94D-A092-AEB53D1E4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680EA-6941-7948-8350-2A1A3FE18DBE}" type="datetimeFigureOut">
              <a:rPr lang="en-US" smtClean="0"/>
              <a:t>5/31/19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863721-1D42-104F-997F-04D4A0805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015AEE-BC7C-BE48-84E3-419CF1027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53708-A24E-A44A-BBAF-D86DF35BA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244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C359C6-CC19-5B49-AC29-EB5A69F07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680EA-6941-7948-8350-2A1A3FE18DBE}" type="datetimeFigureOut">
              <a:rPr lang="en-US" smtClean="0"/>
              <a:t>5/31/19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6556E9-E051-5143-85D8-916C5CA8B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F4C88E-3FC6-9246-8087-EF558A606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53708-A24E-A44A-BBAF-D86DF35BA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548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93E4B-85F0-984E-933E-73F78F37A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06AFD5-AFE1-A144-AC0F-9EE449572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87E0DD-E68F-5449-8C05-76EF897FA4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1ADC8B-DE47-4644-AB98-974FEBE7F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680EA-6941-7948-8350-2A1A3FE18DBE}" type="datetimeFigureOut">
              <a:rPr lang="en-US" smtClean="0"/>
              <a:t>5/31/19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694744-9F7A-C54C-B095-86E7721B4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66A26D-8DE0-CB45-B498-1F20CC62E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53708-A24E-A44A-BBAF-D86DF35BA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514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7EF77-B4AE-914A-9CAE-93AC1E393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D0B47E-779D-5F4A-B2CB-967828ED7F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C225A1-C28E-864D-885C-F798FDF01C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27F1DC-8BA4-CA48-92D0-5F22196BC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680EA-6941-7948-8350-2A1A3FE18DBE}" type="datetimeFigureOut">
              <a:rPr lang="en-US" smtClean="0"/>
              <a:t>5/31/19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52449F-C74A-3D44-AAA4-3CF3BFA4B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3F3CEA-27E1-BA4B-A92B-D5F7DDE29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53708-A24E-A44A-BBAF-D86DF35BA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289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78989-CD55-004A-B686-9F982798B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3CAAC3-189B-9343-8B0B-108DA8B3E7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793C0-7B68-334D-B0CD-9FA6174B8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680EA-6941-7948-8350-2A1A3FE18DBE}" type="datetimeFigureOut">
              <a:rPr lang="en-US" smtClean="0"/>
              <a:t>5/31/19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056172-37B2-104F-BEA9-6A47D9D0F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265FA7-C601-5845-A3F1-3D56A9769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53708-A24E-A44A-BBAF-D86DF35BA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39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31F161-6973-3E49-BF47-B7D7057AA3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40699D-7299-F64F-A67E-DD7D5C357C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E2CE4A-D81E-C544-AF70-EA9B53A07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680EA-6941-7948-8350-2A1A3FE18DBE}" type="datetimeFigureOut">
              <a:rPr lang="en-US" smtClean="0"/>
              <a:t>5/31/19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875FE2-E52A-8445-90B8-1998C674A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7972B2-A879-0148-B9B9-B92F80B60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53708-A24E-A44A-BBAF-D86DF35BA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871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B2586C-E854-4248-B06C-9098C6D76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EF74EF-D933-514C-96B8-F3A809126B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32E79B-F364-9E47-BC53-82C5ADCB14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F680EA-6941-7948-8350-2A1A3FE18DBE}" type="datetimeFigureOut">
              <a:rPr lang="en-US" smtClean="0"/>
              <a:t>5/31/19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61AF83-036B-9043-BC7B-5AD9DC6007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CA3068-B5FE-1747-873B-D5659A942F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B53708-A24E-A44A-BBAF-D86DF35BA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412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0346B75-3DA0-5646-BDE5-D86C42BBE0AD}"/>
              </a:ext>
            </a:extLst>
          </p:cNvPr>
          <p:cNvSpPr/>
          <p:nvPr/>
        </p:nvSpPr>
        <p:spPr>
          <a:xfrm>
            <a:off x="1217007" y="710469"/>
            <a:ext cx="1611712" cy="7302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OrgName - Input</a:t>
            </a: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1294B04B-0E87-A04E-820D-3CF464504956}"/>
              </a:ext>
            </a:extLst>
          </p:cNvPr>
          <p:cNvSpPr/>
          <p:nvPr/>
        </p:nvSpPr>
        <p:spPr>
          <a:xfrm>
            <a:off x="3381306" y="723626"/>
            <a:ext cx="732203" cy="717047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Yes</a:t>
            </a:r>
          </a:p>
        </p:txBody>
      </p:sp>
      <p:sp>
        <p:nvSpPr>
          <p:cNvPr id="6" name="Round Single Corner Rectangle 5">
            <a:extLst>
              <a:ext uri="{FF2B5EF4-FFF2-40B4-BE49-F238E27FC236}">
                <a16:creationId xmlns:a16="http://schemas.microsoft.com/office/drawing/2014/main" id="{3ADF11CD-DCDC-0F41-8BBD-B54D2285C382}"/>
              </a:ext>
            </a:extLst>
          </p:cNvPr>
          <p:cNvSpPr/>
          <p:nvPr/>
        </p:nvSpPr>
        <p:spPr>
          <a:xfrm>
            <a:off x="4874606" y="592058"/>
            <a:ext cx="2546101" cy="336410"/>
          </a:xfrm>
          <a:prstGeom prst="round1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1. Fetch All Repos for org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5B484D0-4471-8940-A53E-9ED0DF7AA797}"/>
              </a:ext>
            </a:extLst>
          </p:cNvPr>
          <p:cNvSpPr/>
          <p:nvPr/>
        </p:nvSpPr>
        <p:spPr>
          <a:xfrm>
            <a:off x="3214847" y="1791404"/>
            <a:ext cx="898663" cy="43417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Exit</a:t>
            </a:r>
          </a:p>
        </p:txBody>
      </p:sp>
      <p:sp>
        <p:nvSpPr>
          <p:cNvPr id="9" name="Round Single Corner Rectangle 8">
            <a:extLst>
              <a:ext uri="{FF2B5EF4-FFF2-40B4-BE49-F238E27FC236}">
                <a16:creationId xmlns:a16="http://schemas.microsoft.com/office/drawing/2014/main" id="{87FD340C-D624-7B4F-A6E2-DEA36D637A39}"/>
              </a:ext>
            </a:extLst>
          </p:cNvPr>
          <p:cNvSpPr/>
          <p:nvPr/>
        </p:nvSpPr>
        <p:spPr>
          <a:xfrm>
            <a:off x="4874606" y="983609"/>
            <a:ext cx="2546101" cy="336410"/>
          </a:xfrm>
          <a:prstGeom prst="round1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2. Each Repo, Fetch All Branches</a:t>
            </a:r>
          </a:p>
        </p:txBody>
      </p:sp>
      <p:sp>
        <p:nvSpPr>
          <p:cNvPr id="10" name="Round Single Corner Rectangle 9">
            <a:extLst>
              <a:ext uri="{FF2B5EF4-FFF2-40B4-BE49-F238E27FC236}">
                <a16:creationId xmlns:a16="http://schemas.microsoft.com/office/drawing/2014/main" id="{BE98F100-669D-8944-954B-9D92DD2303EB}"/>
              </a:ext>
            </a:extLst>
          </p:cNvPr>
          <p:cNvSpPr/>
          <p:nvPr/>
        </p:nvSpPr>
        <p:spPr>
          <a:xfrm>
            <a:off x="4874606" y="1401559"/>
            <a:ext cx="2546101" cy="336410"/>
          </a:xfrm>
          <a:prstGeom prst="round1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3. Start Backups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12E14B-555D-2348-ADA7-D858EECDE24F}"/>
              </a:ext>
            </a:extLst>
          </p:cNvPr>
          <p:cNvSpPr txBox="1"/>
          <p:nvPr/>
        </p:nvSpPr>
        <p:spPr>
          <a:xfrm>
            <a:off x="935502" y="3010486"/>
            <a:ext cx="561884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Backup folder = ~/</a:t>
            </a:r>
            <a:r>
              <a:rPr lang="en-US" dirty="0" err="1"/>
              <a:t>bkp_chaitu</a:t>
            </a:r>
            <a:endParaRPr lang="en-US" dirty="0"/>
          </a:p>
          <a:p>
            <a:r>
              <a:rPr lang="en-US" dirty="0"/>
              <a:t>Backup format = $</a:t>
            </a:r>
            <a:r>
              <a:rPr lang="en-US" dirty="0" err="1"/>
              <a:t>Backup_Folder</a:t>
            </a:r>
            <a:r>
              <a:rPr lang="en-US" dirty="0"/>
              <a:t>/$REPO_$BRANCHNAME</a:t>
            </a:r>
          </a:p>
          <a:p>
            <a:endParaRPr lang="en-US" dirty="0"/>
          </a:p>
        </p:txBody>
      </p:sp>
      <p:sp>
        <p:nvSpPr>
          <p:cNvPr id="12" name="Diamond 11">
            <a:extLst>
              <a:ext uri="{FF2B5EF4-FFF2-40B4-BE49-F238E27FC236}">
                <a16:creationId xmlns:a16="http://schemas.microsoft.com/office/drawing/2014/main" id="{FF78E29F-8B19-0249-8BEB-3C186FF794FE}"/>
              </a:ext>
            </a:extLst>
          </p:cNvPr>
          <p:cNvSpPr/>
          <p:nvPr/>
        </p:nvSpPr>
        <p:spPr>
          <a:xfrm>
            <a:off x="7753902" y="1305343"/>
            <a:ext cx="1188720" cy="707652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FOLDER</a:t>
            </a:r>
          </a:p>
        </p:txBody>
      </p:sp>
      <p:sp>
        <p:nvSpPr>
          <p:cNvPr id="13" name="Round Single Corner Rectangle 12">
            <a:extLst>
              <a:ext uri="{FF2B5EF4-FFF2-40B4-BE49-F238E27FC236}">
                <a16:creationId xmlns:a16="http://schemas.microsoft.com/office/drawing/2014/main" id="{33C58788-A7CC-C842-A220-D416B0EBA19A}"/>
              </a:ext>
            </a:extLst>
          </p:cNvPr>
          <p:cNvSpPr/>
          <p:nvPr/>
        </p:nvSpPr>
        <p:spPr>
          <a:xfrm>
            <a:off x="9198445" y="1495087"/>
            <a:ext cx="2546101" cy="336410"/>
          </a:xfrm>
          <a:prstGeom prst="round1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Folder Exists, cd &lt;folder&gt; ,Do git Pull </a:t>
            </a:r>
          </a:p>
        </p:txBody>
      </p:sp>
      <p:sp>
        <p:nvSpPr>
          <p:cNvPr id="14" name="Round Single Corner Rectangle 13">
            <a:extLst>
              <a:ext uri="{FF2B5EF4-FFF2-40B4-BE49-F238E27FC236}">
                <a16:creationId xmlns:a16="http://schemas.microsoft.com/office/drawing/2014/main" id="{0EFB532B-47AC-CA4D-AF7A-F010238DF5AD}"/>
              </a:ext>
            </a:extLst>
          </p:cNvPr>
          <p:cNvSpPr/>
          <p:nvPr/>
        </p:nvSpPr>
        <p:spPr>
          <a:xfrm>
            <a:off x="7264137" y="2206022"/>
            <a:ext cx="2546101" cy="336410"/>
          </a:xfrm>
          <a:prstGeom prst="round1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Folder Not Exits, git clone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FB29B4-C02D-8848-ADBD-BA28F382B1F1}"/>
              </a:ext>
            </a:extLst>
          </p:cNvPr>
          <p:cNvSpPr txBox="1"/>
          <p:nvPr/>
        </p:nvSpPr>
        <p:spPr>
          <a:xfrm>
            <a:off x="703385" y="4325815"/>
            <a:ext cx="9319846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Instructions to run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IN" sz="900" dirty="0" err="1">
                <a:latin typeface="Courier" pitchFamily="2" charset="0"/>
              </a:rPr>
              <a:t>wget</a:t>
            </a:r>
            <a:r>
              <a:rPr lang="en-IN" sz="900" dirty="0">
                <a:latin typeface="Courier" pitchFamily="2" charset="0"/>
              </a:rPr>
              <a:t> https://</a:t>
            </a:r>
            <a:r>
              <a:rPr lang="en-IN" sz="900" dirty="0" err="1">
                <a:latin typeface="Courier" pitchFamily="2" charset="0"/>
              </a:rPr>
              <a:t>raw.githubusercontent.com</a:t>
            </a:r>
            <a:r>
              <a:rPr lang="en-IN" sz="900" dirty="0">
                <a:latin typeface="Courier" pitchFamily="2" charset="0"/>
              </a:rPr>
              <a:t>/</a:t>
            </a:r>
            <a:r>
              <a:rPr lang="en-IN" sz="900" dirty="0" err="1">
                <a:latin typeface="Courier" pitchFamily="2" charset="0"/>
              </a:rPr>
              <a:t>phanikishorelanka</a:t>
            </a:r>
            <a:r>
              <a:rPr lang="en-IN" sz="900" dirty="0">
                <a:latin typeface="Courier" pitchFamily="2" charset="0"/>
              </a:rPr>
              <a:t>/docker-k8s-pklanka/master/get_scripts2.sh</a:t>
            </a:r>
          </a:p>
          <a:p>
            <a:r>
              <a:rPr lang="en-IN" sz="900" dirty="0" err="1">
                <a:latin typeface="Courier" pitchFamily="2" charset="0"/>
              </a:rPr>
              <a:t>chmod</a:t>
            </a:r>
            <a:r>
              <a:rPr lang="en-IN" sz="900" dirty="0">
                <a:latin typeface="Courier" pitchFamily="2" charset="0"/>
              </a:rPr>
              <a:t> </a:t>
            </a:r>
            <a:r>
              <a:rPr lang="en-IN" sz="900" dirty="0" err="1">
                <a:latin typeface="Courier" pitchFamily="2" charset="0"/>
              </a:rPr>
              <a:t>a+x</a:t>
            </a:r>
            <a:r>
              <a:rPr lang="en-IN" sz="900" dirty="0">
                <a:latin typeface="Courier" pitchFamily="2" charset="0"/>
              </a:rPr>
              <a:t> get_scripts2.sh </a:t>
            </a:r>
          </a:p>
          <a:p>
            <a:r>
              <a:rPr lang="en-IN" sz="900" dirty="0">
                <a:latin typeface="Courier" pitchFamily="2" charset="0"/>
              </a:rPr>
              <a:t>./get_scripts2.sh </a:t>
            </a:r>
            <a:r>
              <a:rPr lang="en-IN" sz="900" dirty="0" err="1">
                <a:latin typeface="Courier" pitchFamily="2" charset="0"/>
              </a:rPr>
              <a:t>Accuweather</a:t>
            </a:r>
            <a:r>
              <a:rPr lang="en-IN" sz="900" dirty="0">
                <a:latin typeface="Courier" pitchFamily="2" charset="0"/>
              </a:rPr>
              <a:t>-Inc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800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  <p:bldP spid="9" grpId="0" animBg="1"/>
      <p:bldP spid="10" grpId="0" animBg="1"/>
      <p:bldP spid="11" grpId="0"/>
      <p:bldP spid="12" grpId="0" animBg="1"/>
      <p:bldP spid="13" grpId="0" animBg="1"/>
      <p:bldP spid="14" grpId="0" animBg="1"/>
      <p:bldP spid="1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92</Words>
  <Application>Microsoft Macintosh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Courier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phani kishore</dc:creator>
  <cp:lastModifiedBy>phani kishore</cp:lastModifiedBy>
  <cp:revision>2</cp:revision>
  <dcterms:created xsi:type="dcterms:W3CDTF">2019-05-31T00:35:11Z</dcterms:created>
  <dcterms:modified xsi:type="dcterms:W3CDTF">2019-05-31T01:00:16Z</dcterms:modified>
</cp:coreProperties>
</file>